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753600" cy="7315200"/>
  <p:notesSz cx="6858000" cy="9144000"/>
  <p:embeddedFontLst>
    <p:embeddedFont>
      <p:font typeface="Archivo Black" charset="1" panose="020B0A03020202020B04"/>
      <p:regular r:id="rId14"/>
    </p:embeddedFont>
    <p:embeddedFont>
      <p:font typeface="Public Sans Bold" charset="1" panose="00000000000000000000"/>
      <p:regular r:id="rId15"/>
    </p:embeddedFont>
    <p:embeddedFont>
      <p:font typeface="Public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"GIS lets us see the past, analyze the present and plan for the future"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665" y="2321583"/>
            <a:ext cx="8582271" cy="1568027"/>
            <a:chOff x="0" y="0"/>
            <a:chExt cx="11443028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43028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443028">
                  <a:moveTo>
                    <a:pt x="0" y="0"/>
                  </a:moveTo>
                  <a:lnTo>
                    <a:pt x="11443028" y="0"/>
                  </a:lnTo>
                  <a:lnTo>
                    <a:pt x="11443028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443028" cy="2100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spc="-93">
                  <a:solidFill>
                    <a:srgbClr val="351B0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⏰ BUILD A TIME MACHINE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" y="4171950"/>
            <a:ext cx="664464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sz="2597">
                <a:solidFill>
                  <a:srgbClr val="351B0F"/>
                </a:solidFill>
                <a:latin typeface="Archivo Black"/>
                <a:ea typeface="Archivo Black"/>
                <a:cs typeface="Archivo Black"/>
                <a:sym typeface="Archivo Black"/>
              </a:rPr>
              <a:t>YOUTH MAP LAB WORKSHOP</a:t>
            </a:r>
          </a:p>
          <a:p>
            <a:pPr algn="ctr">
              <a:lnSpc>
                <a:spcPts val="3116"/>
              </a:lnSpc>
            </a:pPr>
            <a:r>
              <a:rPr lang="en-US" sz="2597">
                <a:solidFill>
                  <a:srgbClr val="351B0F"/>
                </a:solidFill>
                <a:latin typeface="Archivo Black"/>
                <a:ea typeface="Archivo Black"/>
                <a:cs typeface="Archivo Black"/>
                <a:sym typeface="Archivo Black"/>
              </a:rPr>
              <a:t>NATIONAL 4-H GEOSPATIAL 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Austin 1900s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1520" y="2070086"/>
            <a:ext cx="3173593" cy="2441551"/>
          </a:xfrm>
          <a:custGeom>
            <a:avLst/>
            <a:gdLst/>
            <a:ahLst/>
            <a:cxnLst/>
            <a:rect r="r" b="b" t="t" l="l"/>
            <a:pathLst>
              <a:path h="2441551" w="3173593">
                <a:moveTo>
                  <a:pt x="0" y="0"/>
                </a:moveTo>
                <a:lnTo>
                  <a:pt x="3173593" y="0"/>
                </a:lnTo>
                <a:lnTo>
                  <a:pt x="3173593" y="2441550"/>
                </a:lnTo>
                <a:lnTo>
                  <a:pt x="0" y="244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88632" y="1735985"/>
            <a:ext cx="3077288" cy="2297708"/>
          </a:xfrm>
          <a:custGeom>
            <a:avLst/>
            <a:gdLst/>
            <a:ahLst/>
            <a:cxnLst/>
            <a:rect r="r" b="b" t="t" l="l"/>
            <a:pathLst>
              <a:path h="2297708" w="3077288">
                <a:moveTo>
                  <a:pt x="0" y="0"/>
                </a:moveTo>
                <a:lnTo>
                  <a:pt x="3077288" y="0"/>
                </a:lnTo>
                <a:lnTo>
                  <a:pt x="3077288" y="2297708"/>
                </a:lnTo>
                <a:lnTo>
                  <a:pt x="0" y="2297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06766" y="3521159"/>
            <a:ext cx="4320510" cy="3207979"/>
          </a:xfrm>
          <a:custGeom>
            <a:avLst/>
            <a:gdLst/>
            <a:ahLst/>
            <a:cxnLst/>
            <a:rect r="r" b="b" t="t" l="l"/>
            <a:pathLst>
              <a:path h="3207979" w="4320510">
                <a:moveTo>
                  <a:pt x="0" y="0"/>
                </a:moveTo>
                <a:lnTo>
                  <a:pt x="4320510" y="0"/>
                </a:lnTo>
                <a:lnTo>
                  <a:pt x="4320510" y="3207979"/>
                </a:lnTo>
                <a:lnTo>
                  <a:pt x="0" y="3207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1520" y="1386257"/>
            <a:ext cx="51174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What’s different from today?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Austin 1970s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1520" y="2525262"/>
            <a:ext cx="4066630" cy="3212638"/>
          </a:xfrm>
          <a:custGeom>
            <a:avLst/>
            <a:gdLst/>
            <a:ahLst/>
            <a:cxnLst/>
            <a:rect r="r" b="b" t="t" l="l"/>
            <a:pathLst>
              <a:path h="3212638" w="4066630">
                <a:moveTo>
                  <a:pt x="0" y="0"/>
                </a:moveTo>
                <a:lnTo>
                  <a:pt x="4066630" y="0"/>
                </a:lnTo>
                <a:lnTo>
                  <a:pt x="4066630" y="3212637"/>
                </a:lnTo>
                <a:lnTo>
                  <a:pt x="0" y="321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6083" y="2809647"/>
            <a:ext cx="4269690" cy="2022766"/>
          </a:xfrm>
          <a:custGeom>
            <a:avLst/>
            <a:gdLst/>
            <a:ahLst/>
            <a:cxnLst/>
            <a:rect r="r" b="b" t="t" l="l"/>
            <a:pathLst>
              <a:path h="2022766" w="4269690">
                <a:moveTo>
                  <a:pt x="0" y="0"/>
                </a:moveTo>
                <a:lnTo>
                  <a:pt x="4269691" y="0"/>
                </a:lnTo>
                <a:lnTo>
                  <a:pt x="4269691" y="2022766"/>
                </a:lnTo>
                <a:lnTo>
                  <a:pt x="0" y="2022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62121" y="4695886"/>
            <a:ext cx="3433510" cy="2296160"/>
          </a:xfrm>
          <a:custGeom>
            <a:avLst/>
            <a:gdLst/>
            <a:ahLst/>
            <a:cxnLst/>
            <a:rect r="r" b="b" t="t" l="l"/>
            <a:pathLst>
              <a:path h="2296160" w="3433510">
                <a:moveTo>
                  <a:pt x="0" y="0"/>
                </a:moveTo>
                <a:lnTo>
                  <a:pt x="3433510" y="0"/>
                </a:lnTo>
                <a:lnTo>
                  <a:pt x="3433510" y="2296160"/>
                </a:lnTo>
                <a:lnTo>
                  <a:pt x="0" y="229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800" y="1986915"/>
            <a:ext cx="7620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stayed the same? What changed?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Austin 2020s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7680" y="2603037"/>
            <a:ext cx="5206532" cy="2863592"/>
          </a:xfrm>
          <a:custGeom>
            <a:avLst/>
            <a:gdLst/>
            <a:ahLst/>
            <a:cxnLst/>
            <a:rect r="r" b="b" t="t" l="l"/>
            <a:pathLst>
              <a:path h="2863592" w="5206532">
                <a:moveTo>
                  <a:pt x="0" y="0"/>
                </a:moveTo>
                <a:lnTo>
                  <a:pt x="5206532" y="0"/>
                </a:lnTo>
                <a:lnTo>
                  <a:pt x="5206532" y="2863592"/>
                </a:lnTo>
                <a:lnTo>
                  <a:pt x="0" y="2863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8194" y="3149188"/>
            <a:ext cx="4413755" cy="2637218"/>
          </a:xfrm>
          <a:custGeom>
            <a:avLst/>
            <a:gdLst/>
            <a:ahLst/>
            <a:cxnLst/>
            <a:rect r="r" b="b" t="t" l="l"/>
            <a:pathLst>
              <a:path h="2637218" w="4413755">
                <a:moveTo>
                  <a:pt x="0" y="0"/>
                </a:moveTo>
                <a:lnTo>
                  <a:pt x="4413755" y="0"/>
                </a:lnTo>
                <a:lnTo>
                  <a:pt x="4413755" y="2637218"/>
                </a:lnTo>
                <a:lnTo>
                  <a:pt x="0" y="2637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99691" y="4285607"/>
            <a:ext cx="3237440" cy="2428080"/>
          </a:xfrm>
          <a:custGeom>
            <a:avLst/>
            <a:gdLst/>
            <a:ahLst/>
            <a:cxnLst/>
            <a:rect r="r" b="b" t="t" l="l"/>
            <a:pathLst>
              <a:path h="2428080" w="3237440">
                <a:moveTo>
                  <a:pt x="0" y="0"/>
                </a:moveTo>
                <a:lnTo>
                  <a:pt x="3237441" y="0"/>
                </a:lnTo>
                <a:lnTo>
                  <a:pt x="3237441" y="2428081"/>
                </a:lnTo>
                <a:lnTo>
                  <a:pt x="0" y="2428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37132" y="5499647"/>
            <a:ext cx="2544710" cy="1393229"/>
          </a:xfrm>
          <a:custGeom>
            <a:avLst/>
            <a:gdLst/>
            <a:ahLst/>
            <a:cxnLst/>
            <a:rect r="r" b="b" t="t" l="l"/>
            <a:pathLst>
              <a:path h="1393229" w="2544710">
                <a:moveTo>
                  <a:pt x="0" y="0"/>
                </a:moveTo>
                <a:lnTo>
                  <a:pt x="2544710" y="0"/>
                </a:lnTo>
                <a:lnTo>
                  <a:pt x="2544710" y="1393229"/>
                </a:lnTo>
                <a:lnTo>
                  <a:pt x="0" y="13932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6800" y="1986915"/>
            <a:ext cx="7620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patterns connect back to the past?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b="true" sz="4693" u="sng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Activity!</a:t>
              </a: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M</a:t>
              </a: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apping 1920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986915"/>
            <a:ext cx="762000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Prompt: It’s 1920. Where are farms, railroads, neighborhoods, music halls?</a:t>
            </a:r>
          </a:p>
          <a:p>
            <a:pPr algn="l">
              <a:lnSpc>
                <a:spcPts val="3583"/>
              </a:lnSpc>
            </a:pPr>
          </a:p>
          <a:p>
            <a:pPr algn="l">
              <a:lnSpc>
                <a:spcPts val="3583"/>
              </a:lnSpc>
            </a:pPr>
            <a:r>
              <a:rPr lang="en-US" sz="2986" b="true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 the blank outline maps!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b="true" sz="4693" u="sng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Reflection!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986915"/>
            <a:ext cx="762000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surprised you?</a:t>
            </a:r>
          </a:p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would be hardest about living then?</a:t>
            </a:r>
          </a:p>
          <a:p>
            <a:pPr algn="l" marL="644821" indent="-32241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What do we still see today?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b="true" sz="4693" u="sng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Activity! </a:t>
              </a: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Mapping 2070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986915"/>
            <a:ext cx="7620000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Prompt: Jump to 2070. Add at least 3 features of Future Austin</a:t>
            </a:r>
          </a:p>
          <a:p>
            <a:pPr algn="l">
              <a:lnSpc>
                <a:spcPts val="3583"/>
              </a:lnSpc>
            </a:pPr>
          </a:p>
          <a:p>
            <a:pPr algn="l">
              <a:lnSpc>
                <a:spcPts val="3583"/>
              </a:lnSpc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Ideas to get you started..</a:t>
            </a:r>
          </a:p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AI</a:t>
            </a:r>
          </a:p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Green energy</a:t>
            </a:r>
          </a:p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Mass transit</a:t>
            </a:r>
          </a:p>
          <a:p>
            <a:pPr algn="l" marL="644821" indent="-322410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Climate adaptations</a:t>
            </a:r>
          </a:p>
          <a:p>
            <a:pPr algn="l" marL="644821" indent="-322411" lvl="1">
              <a:lnSpc>
                <a:spcPts val="3583"/>
              </a:lnSpc>
              <a:buFont typeface="Arial"/>
              <a:buChar char="•"/>
            </a:pPr>
            <a:r>
              <a:rPr lang="en-US" sz="29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Immigration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C2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704320" cy="163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 b="true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GIS Demo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15920" y="1512147"/>
            <a:ext cx="4721760" cy="4721760"/>
          </a:xfrm>
          <a:custGeom>
            <a:avLst/>
            <a:gdLst/>
            <a:ahLst/>
            <a:cxnLst/>
            <a:rect r="r" b="b" t="t" l="l"/>
            <a:pathLst>
              <a:path h="4721760" w="4721760">
                <a:moveTo>
                  <a:pt x="0" y="0"/>
                </a:moveTo>
                <a:lnTo>
                  <a:pt x="4721760" y="0"/>
                </a:lnTo>
                <a:lnTo>
                  <a:pt x="4721760" y="4721760"/>
                </a:lnTo>
                <a:lnTo>
                  <a:pt x="0" y="4721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DAGww0I8WlE</dc:identifier>
  <dcterms:modified xsi:type="dcterms:W3CDTF">2011-08-01T06:04:30Z</dcterms:modified>
  <cp:revision>1</cp:revision>
  <dc:title>Build_a_Time_Machine.pptx</dc:title>
</cp:coreProperties>
</file>